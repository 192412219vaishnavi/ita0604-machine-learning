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4"/>
  </p:sldMasterIdLst>
  <p:notesMasterIdLst>
    <p:notesMasterId r:id="rId19"/>
  </p:notesMasterIdLst>
  <p:handoutMasterIdLst>
    <p:handoutMasterId r:id="rId20"/>
  </p:handoutMasterIdLst>
  <p:sldIdLst>
    <p:sldId id="288" r:id="rId5"/>
    <p:sldId id="289" r:id="rId6"/>
    <p:sldId id="290" r:id="rId7"/>
    <p:sldId id="291" r:id="rId8"/>
    <p:sldId id="292" r:id="rId9"/>
    <p:sldId id="294" r:id="rId10"/>
    <p:sldId id="295" r:id="rId11"/>
    <p:sldId id="296" r:id="rId12"/>
    <p:sldId id="297" r:id="rId13"/>
    <p:sldId id="299" r:id="rId14"/>
    <p:sldId id="300" r:id="rId15"/>
    <p:sldId id="301" r:id="rId16"/>
    <p:sldId id="302" r:id="rId17"/>
    <p:sldId id="30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u8613@gmail.com" userId="137652b203e6b944" providerId="LiveId" clId="{E9830A1B-12FD-4CD9-9281-82E4D7A6CD14}"/>
    <pc:docChg chg="undo custSel delSld modSld modMainMaster">
      <pc:chgData name="vyshu8613@gmail.com" userId="137652b203e6b944" providerId="LiveId" clId="{E9830A1B-12FD-4CD9-9281-82E4D7A6CD14}" dt="2026-07-25T03:25:04.837" v="480" actId="14100"/>
      <pc:docMkLst>
        <pc:docMk/>
      </pc:docMkLst>
      <pc:sldChg chg="modSp mod">
        <pc:chgData name="vyshu8613@gmail.com" userId="137652b203e6b944" providerId="LiveId" clId="{E9830A1B-12FD-4CD9-9281-82E4D7A6CD14}" dt="2026-07-25T03:22:27.246" v="416" actId="20577"/>
        <pc:sldMkLst>
          <pc:docMk/>
          <pc:sldMk cId="2083028416" sldId="288"/>
        </pc:sldMkLst>
        <pc:spChg chg="mod">
          <ac:chgData name="vyshu8613@gmail.com" userId="137652b203e6b944" providerId="LiveId" clId="{E9830A1B-12FD-4CD9-9281-82E4D7A6CD14}" dt="2026-07-25T03:22:27.246" v="416" actId="20577"/>
          <ac:spMkLst>
            <pc:docMk/>
            <pc:sldMk cId="2083028416" sldId="288"/>
            <ac:spMk id="4" creationId="{10047101-8D42-6100-9CEA-AEC0FAEAB606}"/>
          </ac:spMkLst>
        </pc:spChg>
      </pc:sldChg>
      <pc:sldChg chg="modSp mod">
        <pc:chgData name="vyshu8613@gmail.com" userId="137652b203e6b944" providerId="LiveId" clId="{E9830A1B-12FD-4CD9-9281-82E4D7A6CD14}" dt="2026-07-25T03:18:43.769" v="308" actId="255"/>
        <pc:sldMkLst>
          <pc:docMk/>
          <pc:sldMk cId="3810724581" sldId="289"/>
        </pc:sldMkLst>
        <pc:spChg chg="mod">
          <ac:chgData name="vyshu8613@gmail.com" userId="137652b203e6b944" providerId="LiveId" clId="{E9830A1B-12FD-4CD9-9281-82E4D7A6CD14}" dt="2026-07-25T03:18:43.769" v="308" actId="255"/>
          <ac:spMkLst>
            <pc:docMk/>
            <pc:sldMk cId="3810724581" sldId="289"/>
            <ac:spMk id="2" creationId="{CD7542CF-0669-FF5F-2F3F-D3FE778C0FD0}"/>
          </ac:spMkLst>
        </pc:spChg>
        <pc:spChg chg="mod">
          <ac:chgData name="vyshu8613@gmail.com" userId="137652b203e6b944" providerId="LiveId" clId="{E9830A1B-12FD-4CD9-9281-82E4D7A6CD14}" dt="2026-07-25T03:04:00.682" v="140" actId="12"/>
          <ac:spMkLst>
            <pc:docMk/>
            <pc:sldMk cId="3810724581" sldId="289"/>
            <ac:spMk id="3" creationId="{0BD34085-C523-298E-AB83-6669B9035007}"/>
          </ac:spMkLst>
        </pc:spChg>
      </pc:sldChg>
      <pc:sldChg chg="modSp mod">
        <pc:chgData name="vyshu8613@gmail.com" userId="137652b203e6b944" providerId="LiveId" clId="{E9830A1B-12FD-4CD9-9281-82E4D7A6CD14}" dt="2026-07-25T03:22:43.713" v="424" actId="20577"/>
        <pc:sldMkLst>
          <pc:docMk/>
          <pc:sldMk cId="2613862537" sldId="290"/>
        </pc:sldMkLst>
        <pc:spChg chg="mod">
          <ac:chgData name="vyshu8613@gmail.com" userId="137652b203e6b944" providerId="LiveId" clId="{E9830A1B-12FD-4CD9-9281-82E4D7A6CD14}" dt="2026-07-25T03:22:43.713" v="424" actId="20577"/>
          <ac:spMkLst>
            <pc:docMk/>
            <pc:sldMk cId="2613862537" sldId="290"/>
            <ac:spMk id="2" creationId="{E02A7B4A-4CAE-80FF-A3C3-8A34B1A65ECE}"/>
          </ac:spMkLst>
        </pc:spChg>
        <pc:spChg chg="mod">
          <ac:chgData name="vyshu8613@gmail.com" userId="137652b203e6b944" providerId="LiveId" clId="{E9830A1B-12FD-4CD9-9281-82E4D7A6CD14}" dt="2026-07-25T03:04:59.282" v="149" actId="12"/>
          <ac:spMkLst>
            <pc:docMk/>
            <pc:sldMk cId="2613862537" sldId="290"/>
            <ac:spMk id="3" creationId="{D4B3B0E3-6CD1-2B91-CC0A-6917DD3CDE8A}"/>
          </ac:spMkLst>
        </pc:spChg>
      </pc:sldChg>
      <pc:sldChg chg="modSp mod">
        <pc:chgData name="vyshu8613@gmail.com" userId="137652b203e6b944" providerId="LiveId" clId="{E9830A1B-12FD-4CD9-9281-82E4D7A6CD14}" dt="2026-07-25T03:22:49.576" v="432" actId="20577"/>
        <pc:sldMkLst>
          <pc:docMk/>
          <pc:sldMk cId="2151821269" sldId="291"/>
        </pc:sldMkLst>
        <pc:spChg chg="mod">
          <ac:chgData name="vyshu8613@gmail.com" userId="137652b203e6b944" providerId="LiveId" clId="{E9830A1B-12FD-4CD9-9281-82E4D7A6CD14}" dt="2026-07-25T03:22:49.576" v="432" actId="20577"/>
          <ac:spMkLst>
            <pc:docMk/>
            <pc:sldMk cId="2151821269" sldId="291"/>
            <ac:spMk id="2" creationId="{C9F2917C-24C6-E826-90C1-DF68F8A00C55}"/>
          </ac:spMkLst>
        </pc:spChg>
        <pc:spChg chg="mod">
          <ac:chgData name="vyshu8613@gmail.com" userId="137652b203e6b944" providerId="LiveId" clId="{E9830A1B-12FD-4CD9-9281-82E4D7A6CD14}" dt="2026-07-25T03:21:05.531" v="359" actId="27636"/>
          <ac:spMkLst>
            <pc:docMk/>
            <pc:sldMk cId="2151821269" sldId="291"/>
            <ac:spMk id="3" creationId="{62EB4328-3D63-AF27-6D30-65EBBCB0C90E}"/>
          </ac:spMkLst>
        </pc:spChg>
      </pc:sldChg>
      <pc:sldChg chg="modSp mod">
        <pc:chgData name="vyshu8613@gmail.com" userId="137652b203e6b944" providerId="LiveId" clId="{E9830A1B-12FD-4CD9-9281-82E4D7A6CD14}" dt="2026-07-25T03:22:54.949" v="441" actId="20577"/>
        <pc:sldMkLst>
          <pc:docMk/>
          <pc:sldMk cId="3285889683" sldId="292"/>
        </pc:sldMkLst>
        <pc:spChg chg="mod">
          <ac:chgData name="vyshu8613@gmail.com" userId="137652b203e6b944" providerId="LiveId" clId="{E9830A1B-12FD-4CD9-9281-82E4D7A6CD14}" dt="2026-07-25T03:22:54.949" v="441" actId="20577"/>
          <ac:spMkLst>
            <pc:docMk/>
            <pc:sldMk cId="3285889683" sldId="292"/>
            <ac:spMk id="2" creationId="{ADEAECB3-6062-5DB3-C67D-300F8BB53AD8}"/>
          </ac:spMkLst>
        </pc:spChg>
        <pc:spChg chg="mod">
          <ac:chgData name="vyshu8613@gmail.com" userId="137652b203e6b944" providerId="LiveId" clId="{E9830A1B-12FD-4CD9-9281-82E4D7A6CD14}" dt="2026-07-25T03:18:12.934" v="303" actId="1076"/>
          <ac:spMkLst>
            <pc:docMk/>
            <pc:sldMk cId="3285889683" sldId="292"/>
            <ac:spMk id="3" creationId="{0B3C0FA2-5564-A5F3-F4C9-C5E1B6CA99FA}"/>
          </ac:spMkLst>
        </pc:spChg>
      </pc:sldChg>
      <pc:sldChg chg="modSp mod">
        <pc:chgData name="vyshu8613@gmail.com" userId="137652b203e6b944" providerId="LiveId" clId="{E9830A1B-12FD-4CD9-9281-82E4D7A6CD14}" dt="2026-07-25T03:24:53.346" v="478" actId="255"/>
        <pc:sldMkLst>
          <pc:docMk/>
          <pc:sldMk cId="950884470" sldId="294"/>
        </pc:sldMkLst>
        <pc:spChg chg="mod">
          <ac:chgData name="vyshu8613@gmail.com" userId="137652b203e6b944" providerId="LiveId" clId="{E9830A1B-12FD-4CD9-9281-82E4D7A6CD14}" dt="2026-07-25T03:24:53.346" v="478" actId="255"/>
          <ac:spMkLst>
            <pc:docMk/>
            <pc:sldMk cId="950884470" sldId="294"/>
            <ac:spMk id="2" creationId="{CACDA51B-A24D-D66E-0299-589E727478F2}"/>
          </ac:spMkLst>
        </pc:spChg>
        <pc:spChg chg="mod">
          <ac:chgData name="vyshu8613@gmail.com" userId="137652b203e6b944" providerId="LiveId" clId="{E9830A1B-12FD-4CD9-9281-82E4D7A6CD14}" dt="2026-07-25T03:19:15.481" v="320" actId="27636"/>
          <ac:spMkLst>
            <pc:docMk/>
            <pc:sldMk cId="950884470" sldId="294"/>
            <ac:spMk id="3" creationId="{DD2188ED-F3BB-683E-A2C2-F497AFB6A7F7}"/>
          </ac:spMkLst>
        </pc:spChg>
      </pc:sldChg>
      <pc:sldChg chg="modSp mod">
        <pc:chgData name="vyshu8613@gmail.com" userId="137652b203e6b944" providerId="LiveId" clId="{E9830A1B-12FD-4CD9-9281-82E4D7A6CD14}" dt="2026-07-25T03:24:44.628" v="477" actId="255"/>
        <pc:sldMkLst>
          <pc:docMk/>
          <pc:sldMk cId="1219271627" sldId="295"/>
        </pc:sldMkLst>
        <pc:spChg chg="mod">
          <ac:chgData name="vyshu8613@gmail.com" userId="137652b203e6b944" providerId="LiveId" clId="{E9830A1B-12FD-4CD9-9281-82E4D7A6CD14}" dt="2026-07-25T03:24:44.628" v="477" actId="255"/>
          <ac:spMkLst>
            <pc:docMk/>
            <pc:sldMk cId="1219271627" sldId="295"/>
            <ac:spMk id="2" creationId="{3E405C42-3A54-7CE6-2BF5-11C6DE877E29}"/>
          </ac:spMkLst>
        </pc:spChg>
        <pc:spChg chg="mod">
          <ac:chgData name="vyshu8613@gmail.com" userId="137652b203e6b944" providerId="LiveId" clId="{E9830A1B-12FD-4CD9-9281-82E4D7A6CD14}" dt="2026-07-25T03:19:49.579" v="343" actId="14100"/>
          <ac:spMkLst>
            <pc:docMk/>
            <pc:sldMk cId="1219271627" sldId="295"/>
            <ac:spMk id="3" creationId="{629AC6F3-84FD-177E-874F-48C9D686C081}"/>
          </ac:spMkLst>
        </pc:spChg>
      </pc:sldChg>
      <pc:sldChg chg="modSp mod">
        <pc:chgData name="vyshu8613@gmail.com" userId="137652b203e6b944" providerId="LiveId" clId="{E9830A1B-12FD-4CD9-9281-82E4D7A6CD14}" dt="2026-07-25T03:25:04.837" v="480" actId="14100"/>
        <pc:sldMkLst>
          <pc:docMk/>
          <pc:sldMk cId="538841732" sldId="296"/>
        </pc:sldMkLst>
        <pc:spChg chg="mod">
          <ac:chgData name="vyshu8613@gmail.com" userId="137652b203e6b944" providerId="LiveId" clId="{E9830A1B-12FD-4CD9-9281-82E4D7A6CD14}" dt="2026-07-25T03:25:04.837" v="480" actId="14100"/>
          <ac:spMkLst>
            <pc:docMk/>
            <pc:sldMk cId="538841732" sldId="296"/>
            <ac:spMk id="2" creationId="{6AAAFAB9-DCC6-955A-7DD1-05995776B7FA}"/>
          </ac:spMkLst>
        </pc:spChg>
        <pc:spChg chg="mod">
          <ac:chgData name="vyshu8613@gmail.com" userId="137652b203e6b944" providerId="LiveId" clId="{E9830A1B-12FD-4CD9-9281-82E4D7A6CD14}" dt="2026-07-25T03:19:44.455" v="342" actId="14100"/>
          <ac:spMkLst>
            <pc:docMk/>
            <pc:sldMk cId="538841732" sldId="296"/>
            <ac:spMk id="3" creationId="{23F185E6-2EEA-44F2-AEA2-2A472B182B22}"/>
          </ac:spMkLst>
        </pc:spChg>
      </pc:sldChg>
      <pc:sldChg chg="modSp mod">
        <pc:chgData name="vyshu8613@gmail.com" userId="137652b203e6b944" providerId="LiveId" clId="{E9830A1B-12FD-4CD9-9281-82E4D7A6CD14}" dt="2026-07-25T03:24:23.924" v="475" actId="20577"/>
        <pc:sldMkLst>
          <pc:docMk/>
          <pc:sldMk cId="2006749971" sldId="297"/>
        </pc:sldMkLst>
        <pc:spChg chg="mod">
          <ac:chgData name="vyshu8613@gmail.com" userId="137652b203e6b944" providerId="LiveId" clId="{E9830A1B-12FD-4CD9-9281-82E4D7A6CD14}" dt="2026-07-25T03:24:14.682" v="474" actId="255"/>
          <ac:spMkLst>
            <pc:docMk/>
            <pc:sldMk cId="2006749971" sldId="297"/>
            <ac:spMk id="2" creationId="{575C2376-6641-3A93-0366-E80450F10EED}"/>
          </ac:spMkLst>
        </pc:spChg>
        <pc:spChg chg="mod">
          <ac:chgData name="vyshu8613@gmail.com" userId="137652b203e6b944" providerId="LiveId" clId="{E9830A1B-12FD-4CD9-9281-82E4D7A6CD14}" dt="2026-07-25T03:24:23.924" v="475" actId="20577"/>
          <ac:spMkLst>
            <pc:docMk/>
            <pc:sldMk cId="2006749971" sldId="297"/>
            <ac:spMk id="3" creationId="{42A34E12-1A8B-F33B-E63E-F145BE49AFC5}"/>
          </ac:spMkLst>
        </pc:spChg>
      </pc:sldChg>
      <pc:sldChg chg="modSp mod">
        <pc:chgData name="vyshu8613@gmail.com" userId="137652b203e6b944" providerId="LiveId" clId="{E9830A1B-12FD-4CD9-9281-82E4D7A6CD14}" dt="2026-07-25T03:23:59.550" v="472" actId="255"/>
        <pc:sldMkLst>
          <pc:docMk/>
          <pc:sldMk cId="1849250042" sldId="299"/>
        </pc:sldMkLst>
        <pc:spChg chg="mod">
          <ac:chgData name="vyshu8613@gmail.com" userId="137652b203e6b944" providerId="LiveId" clId="{E9830A1B-12FD-4CD9-9281-82E4D7A6CD14}" dt="2026-07-25T03:23:59.550" v="472" actId="255"/>
          <ac:spMkLst>
            <pc:docMk/>
            <pc:sldMk cId="1849250042" sldId="299"/>
            <ac:spMk id="2" creationId="{0785F816-9EB5-F723-8FC1-30590C42BF0D}"/>
          </ac:spMkLst>
        </pc:spChg>
        <pc:spChg chg="mod">
          <ac:chgData name="vyshu8613@gmail.com" userId="137652b203e6b944" providerId="LiveId" clId="{E9830A1B-12FD-4CD9-9281-82E4D7A6CD14}" dt="2026-07-25T03:21:05.551" v="360" actId="27636"/>
          <ac:spMkLst>
            <pc:docMk/>
            <pc:sldMk cId="1849250042" sldId="299"/>
            <ac:spMk id="3" creationId="{4471B0BB-52E2-3B9C-82CC-541FA457C3B0}"/>
          </ac:spMkLst>
        </pc:spChg>
      </pc:sldChg>
      <pc:sldChg chg="modSp mod">
        <pc:chgData name="vyshu8613@gmail.com" userId="137652b203e6b944" providerId="LiveId" clId="{E9830A1B-12FD-4CD9-9281-82E4D7A6CD14}" dt="2026-07-25T03:23:50.743" v="471" actId="255"/>
        <pc:sldMkLst>
          <pc:docMk/>
          <pc:sldMk cId="346405076" sldId="300"/>
        </pc:sldMkLst>
        <pc:spChg chg="mod">
          <ac:chgData name="vyshu8613@gmail.com" userId="137652b203e6b944" providerId="LiveId" clId="{E9830A1B-12FD-4CD9-9281-82E4D7A6CD14}" dt="2026-07-25T03:23:50.743" v="471" actId="255"/>
          <ac:spMkLst>
            <pc:docMk/>
            <pc:sldMk cId="346405076" sldId="300"/>
            <ac:spMk id="2" creationId="{F716B8C9-5878-F51D-3163-2B65411DD802}"/>
          </ac:spMkLst>
        </pc:spChg>
        <pc:spChg chg="mod">
          <ac:chgData name="vyshu8613@gmail.com" userId="137652b203e6b944" providerId="LiveId" clId="{E9830A1B-12FD-4CD9-9281-82E4D7A6CD14}" dt="2026-07-25T03:21:05.561" v="361" actId="27636"/>
          <ac:spMkLst>
            <pc:docMk/>
            <pc:sldMk cId="346405076" sldId="300"/>
            <ac:spMk id="3" creationId="{7B18ECF2-4CEA-C327-64F7-07382355612B}"/>
          </ac:spMkLst>
        </pc:spChg>
      </pc:sldChg>
      <pc:sldChg chg="modSp mod">
        <pc:chgData name="vyshu8613@gmail.com" userId="137652b203e6b944" providerId="LiveId" clId="{E9830A1B-12FD-4CD9-9281-82E4D7A6CD14}" dt="2026-07-25T03:23:42.588" v="470" actId="255"/>
        <pc:sldMkLst>
          <pc:docMk/>
          <pc:sldMk cId="2991223932" sldId="301"/>
        </pc:sldMkLst>
        <pc:spChg chg="mod">
          <ac:chgData name="vyshu8613@gmail.com" userId="137652b203e6b944" providerId="LiveId" clId="{E9830A1B-12FD-4CD9-9281-82E4D7A6CD14}" dt="2026-07-25T03:23:42.588" v="470" actId="255"/>
          <ac:spMkLst>
            <pc:docMk/>
            <pc:sldMk cId="2991223932" sldId="301"/>
            <ac:spMk id="2" creationId="{205371F4-21C7-C5C7-ED77-5C23E29D9FE3}"/>
          </ac:spMkLst>
        </pc:spChg>
        <pc:spChg chg="mod">
          <ac:chgData name="vyshu8613@gmail.com" userId="137652b203e6b944" providerId="LiveId" clId="{E9830A1B-12FD-4CD9-9281-82E4D7A6CD14}" dt="2026-07-25T03:19:15.542" v="324" actId="27636"/>
          <ac:spMkLst>
            <pc:docMk/>
            <pc:sldMk cId="2991223932" sldId="301"/>
            <ac:spMk id="3" creationId="{ACE19223-AEBD-0C55-757B-1AC4BFC73AC9}"/>
          </ac:spMkLst>
        </pc:spChg>
      </pc:sldChg>
      <pc:sldChg chg="modSp mod">
        <pc:chgData name="vyshu8613@gmail.com" userId="137652b203e6b944" providerId="LiveId" clId="{E9830A1B-12FD-4CD9-9281-82E4D7A6CD14}" dt="2026-07-25T03:23:34.754" v="469" actId="255"/>
        <pc:sldMkLst>
          <pc:docMk/>
          <pc:sldMk cId="338485185" sldId="302"/>
        </pc:sldMkLst>
        <pc:spChg chg="mod">
          <ac:chgData name="vyshu8613@gmail.com" userId="137652b203e6b944" providerId="LiveId" clId="{E9830A1B-12FD-4CD9-9281-82E4D7A6CD14}" dt="2026-07-25T03:23:34.754" v="469" actId="255"/>
          <ac:spMkLst>
            <pc:docMk/>
            <pc:sldMk cId="338485185" sldId="302"/>
            <ac:spMk id="2" creationId="{97FD2E3A-ED89-1EAB-63EF-27B6AA4CB2F5}"/>
          </ac:spMkLst>
        </pc:spChg>
        <pc:spChg chg="mod">
          <ac:chgData name="vyshu8613@gmail.com" userId="137652b203e6b944" providerId="LiveId" clId="{E9830A1B-12FD-4CD9-9281-82E4D7A6CD14}" dt="2026-07-25T03:20:15.031" v="346" actId="1076"/>
          <ac:spMkLst>
            <pc:docMk/>
            <pc:sldMk cId="338485185" sldId="302"/>
            <ac:spMk id="3" creationId="{A87EBE70-5461-5E7B-418A-17243D39A1A7}"/>
          </ac:spMkLst>
        </pc:spChg>
      </pc:sldChg>
      <pc:sldChg chg="modSp mod">
        <pc:chgData name="vyshu8613@gmail.com" userId="137652b203e6b944" providerId="LiveId" clId="{E9830A1B-12FD-4CD9-9281-82E4D7A6CD14}" dt="2026-07-25T03:20:49.106" v="356" actId="20577"/>
        <pc:sldMkLst>
          <pc:docMk/>
          <pc:sldMk cId="826015204" sldId="303"/>
        </pc:sldMkLst>
        <pc:spChg chg="mod">
          <ac:chgData name="vyshu8613@gmail.com" userId="137652b203e6b944" providerId="LiveId" clId="{E9830A1B-12FD-4CD9-9281-82E4D7A6CD14}" dt="2026-07-25T03:20:49.106" v="356" actId="20577"/>
          <ac:spMkLst>
            <pc:docMk/>
            <pc:sldMk cId="826015204" sldId="303"/>
            <ac:spMk id="2" creationId="{0F153B69-1A76-66EE-93CA-6D61B9115DF8}"/>
          </ac:spMkLst>
        </pc:spChg>
      </pc:sldChg>
      <pc:sldMasterChg chg="modSldLayout">
        <pc:chgData name="vyshu8613@gmail.com" userId="137652b203e6b944" providerId="LiveId" clId="{E9830A1B-12FD-4CD9-9281-82E4D7A6CD14}" dt="2026-07-25T03:21:05.307" v="358"/>
        <pc:sldMasterMkLst>
          <pc:docMk/>
          <pc:sldMasterMk cId="1712569083" sldId="2147483819"/>
        </pc:sldMasterMkLst>
        <pc:sldLayoutChg chg="addSp">
          <pc:chgData name="vyshu8613@gmail.com" userId="137652b203e6b944" providerId="LiveId" clId="{E9830A1B-12FD-4CD9-9281-82E4D7A6CD14}" dt="2026-07-25T03:21:05.307" v="358"/>
          <pc:sldLayoutMkLst>
            <pc:docMk/>
            <pc:sldMasterMk cId="1712569083" sldId="2147483819"/>
            <pc:sldLayoutMk cId="3236326549" sldId="2147483825"/>
          </pc:sldLayoutMkLst>
          <pc:spChg chg="add">
            <ac:chgData name="vyshu8613@gmail.com" userId="137652b203e6b944" providerId="LiveId" clId="{E9830A1B-12FD-4CD9-9281-82E4D7A6CD14}" dt="2026-07-25T03:21:05.307" v="358"/>
            <ac:spMkLst>
              <pc:docMk/>
              <pc:sldMasterMk cId="1712569083" sldId="2147483819"/>
              <pc:sldLayoutMk cId="3236326549" sldId="2147483825"/>
              <ac:spMk id="8" creationId="{DB488335-F364-3439-B069-BF75A782006A}"/>
            </ac:spMkLst>
          </pc:spChg>
          <pc:picChg chg="add">
            <ac:chgData name="vyshu8613@gmail.com" userId="137652b203e6b944" providerId="LiveId" clId="{E9830A1B-12FD-4CD9-9281-82E4D7A6CD14}" dt="2026-07-25T03:21:05.307" v="358"/>
            <ac:picMkLst>
              <pc:docMk/>
              <pc:sldMasterMk cId="1712569083" sldId="2147483819"/>
              <pc:sldLayoutMk cId="3236326549" sldId="2147483825"/>
              <ac:picMk id="7" creationId="{D7978DCD-C7D5-4545-66F3-54877F35A299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A527-F925-414F-B4F4-8F4244CDDC80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E2AA-278D-0B48-A5DE-00B1FC5BDA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43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6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3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9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7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D7978DCD-C7D5-4545-66F3-54877F35A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488335-F364-3439-B069-BF75A7820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2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1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4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12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78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07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067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607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82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72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1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36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itle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anchor="b" anchorCtr="0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228600">
              <a:spcBef>
                <a:spcPts val="600"/>
              </a:spcBef>
              <a:spcAft>
                <a:spcPts val="600"/>
              </a:spcAft>
              <a:defRPr sz="1800"/>
            </a:lvl2pPr>
            <a:lvl3pPr marL="685800">
              <a:spcBef>
                <a:spcPts val="600"/>
              </a:spcBef>
              <a:spcAft>
                <a:spcPts val="600"/>
              </a:spcAft>
              <a:defRPr sz="1800"/>
            </a:lvl3pPr>
            <a:lvl4pPr marL="1143000">
              <a:spcBef>
                <a:spcPts val="600"/>
              </a:spcBef>
              <a:spcAft>
                <a:spcPts val="600"/>
              </a:spcAft>
              <a:defRPr sz="1800"/>
            </a:lvl4pPr>
            <a:lvl5pPr marL="1600200"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anchor="ctr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5690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  <p:sldLayoutId id="2147483837" r:id="rId18"/>
    <p:sldLayoutId id="2147483838" r:id="rId19"/>
    <p:sldLayoutId id="2147483839" r:id="rId20"/>
    <p:sldLayoutId id="2147483840" r:id="rId21"/>
    <p:sldLayoutId id="2147483841" r:id="rId22"/>
    <p:sldLayoutId id="2147483842" r:id="rId23"/>
    <p:sldLayoutId id="2147483843" r:id="rId24"/>
    <p:sldLayoutId id="2147483844" r:id="rId25"/>
    <p:sldLayoutId id="2147483845" r:id="rId26"/>
    <p:sldLayoutId id="2147483846" r:id="rId27"/>
    <p:sldLayoutId id="2147483847" r:id="rId2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2" y="1032387"/>
            <a:ext cx="10196052" cy="482763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Technical Presentation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ITA0604-MACHINE LEARNING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                                                        Presented by:                              Dr.K.Vivek Balaji                                  P.SreeVaishnavi(192412219)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42CF-0669-FF5F-2F3F-D3FE778C0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1317523"/>
            <a:ext cx="8958805" cy="1042219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1:Performance Analysis and Merit of the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4085-C523-298E-AB83-6669B903500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598" y="2487561"/>
            <a:ext cx="8958805" cy="331135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and Merit of the System Evaluates the effectiveness of the developed ML system.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proposed model with existing methods.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quantitative performance metrics.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accuracy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381072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7B4A-4CAE-80FF-A3C3-8A34B1A6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862872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3B0E3-6CD1-2B91-CC0A-6917DD3CDE8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241755" y="2084439"/>
            <a:ext cx="8333648" cy="371447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Accuracy – Overall correct predictions.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– Correct positive predictions.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(Sensitivity) – Detects actual positive cases.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– Balance between precision and recall.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Rate – Percentage of incorrect predictions.</a:t>
            </a:r>
          </a:p>
        </p:txBody>
      </p:sp>
    </p:spTree>
    <p:extLst>
      <p:ext uri="{BB962C8B-B14F-4D97-AF65-F5344CB8AC3E}">
        <p14:creationId xmlns:p14="http://schemas.microsoft.com/office/powerpoint/2010/main" val="261386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917C-24C6-E826-90C1-DF68F8A0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471" y="1327355"/>
            <a:ext cx="8785932" cy="6980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B4328-3D63-AF27-6D30-65EBBCB0C90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880853" y="2379406"/>
            <a:ext cx="7694550" cy="341950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Tools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Precision-Recall Curve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Accuracy/Loss Graphs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Charts</a:t>
            </a:r>
          </a:p>
        </p:txBody>
      </p:sp>
    </p:spTree>
    <p:extLst>
      <p:ext uri="{BB962C8B-B14F-4D97-AF65-F5344CB8AC3E}">
        <p14:creationId xmlns:p14="http://schemas.microsoft.com/office/powerpoint/2010/main" val="215182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ECB3-6062-5DB3-C67D-300F8BB5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55" y="1356852"/>
            <a:ext cx="9350477" cy="102255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 of the Proposed System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0FA2-5564-A5F3-F4C9-C5E1B6CA99F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644878" y="2585884"/>
            <a:ext cx="7204991" cy="353749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 than baseline methods.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sensitivity and lower error rate.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efficiency and reliability.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larger datasets.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applications.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8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A51B-A24D-D66E-0299-589E7274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1130710"/>
            <a:ext cx="8958805" cy="1160206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2:Future Scope and Publication Potential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188ED-F3BB-683E-A2C2-F497AFB6A7F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91148" y="2595716"/>
            <a:ext cx="8819536" cy="3203198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Expand to larger datasets.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accuracy.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data.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cloud and edge computing.</a:t>
            </a:r>
          </a:p>
        </p:txBody>
      </p:sp>
    </p:spTree>
    <p:extLst>
      <p:ext uri="{BB962C8B-B14F-4D97-AF65-F5344CB8AC3E}">
        <p14:creationId xmlns:p14="http://schemas.microsoft.com/office/powerpoint/2010/main" val="950884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5C42-3A54-7CE6-2BF5-11C6DE87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666227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Technologies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AC6F3-84FD-177E-874F-48C9D686C0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637934" y="1956619"/>
            <a:ext cx="6671997" cy="375380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Machine Learning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(XAI)Transfer Learning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7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FAB9-DCC6-955A-7DD1-05995776B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55" y="1327355"/>
            <a:ext cx="8943248" cy="452284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85E6-2EEA-44F2-AEA2-2A472B182B2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490452" y="1779639"/>
            <a:ext cx="7084951" cy="401927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Structure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References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84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2376-6641-3A93-0366-E80450F1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1059086"/>
            <a:ext cx="8958805" cy="779546"/>
          </a:xfrm>
        </p:spPr>
        <p:txBody>
          <a:bodyPr/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4E12-1A8B-F33B-E63E-F145BE49AFC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812025" y="1927123"/>
            <a:ext cx="7763377" cy="38717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Impact.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in journals/conferences.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future researchers.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innovation.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practical implementation.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industrial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0674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F816-9EB5-F723-8FC1-30590C42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336" y="995425"/>
            <a:ext cx="9071068" cy="1118509"/>
          </a:xfrm>
        </p:spPr>
        <p:txBody>
          <a:bodyPr/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3:Learning Problems and Perspectives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1B0BB-52E2-3B9C-82CC-541FA457C3B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458065" y="2251587"/>
            <a:ext cx="8117338" cy="3547328"/>
          </a:xfrm>
        </p:spPr>
        <p:txBody>
          <a:bodyPr>
            <a:normAutofit fontScale="77500" lnSpcReduction="20000"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Semi-Supervised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25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B8C9-5878-F51D-3163-2B65411D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794046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ECF2-4CEA-C327-64F7-07382355612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241754" y="2045110"/>
            <a:ext cx="8333647" cy="3645649"/>
          </a:xfrm>
        </p:spPr>
        <p:txBody>
          <a:bodyPr>
            <a:normAutofit fontScale="92500" lnSpcReduction="20000"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Probability-based predictions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0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71F4-21C7-C5C7-ED77-5C23E29D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715388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19223-AEBD-0C55-757B-1AC4BFC73AC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566219" y="1946787"/>
            <a:ext cx="8009184" cy="385212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Problems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data quality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99122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2E3A-ED89-1EAB-63EF-27B6AA4C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715388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Performance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EBE70-5461-5E7B-418A-17243D39A1A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047999" y="2059609"/>
            <a:ext cx="8431971" cy="380296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data improves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prediction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computation with optimized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generalization to new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reliable and scalable ML systems.</a:t>
            </a:r>
          </a:p>
        </p:txBody>
      </p:sp>
    </p:spTree>
    <p:extLst>
      <p:ext uri="{BB962C8B-B14F-4D97-AF65-F5344CB8AC3E}">
        <p14:creationId xmlns:p14="http://schemas.microsoft.com/office/powerpoint/2010/main" val="33848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3B69-1A76-66EE-93CA-6D61B911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612489" y="1834165"/>
            <a:ext cx="9311149" cy="2718170"/>
          </a:xfrm>
        </p:spPr>
        <p:txBody>
          <a:bodyPr>
            <a:normAutofit/>
          </a:bodyPr>
          <a:lstStyle/>
          <a:p>
            <a:r>
              <a:rPr lang="en-IN" sz="8800" dirty="0">
                <a:latin typeface="Arial Black" panose="020B0A04020102020204" pitchFamily="34" charset="0"/>
              </a:rPr>
              <a:t> THANK YOU  </a:t>
            </a:r>
          </a:p>
        </p:txBody>
      </p:sp>
    </p:spTree>
    <p:extLst>
      <p:ext uri="{BB962C8B-B14F-4D97-AF65-F5344CB8AC3E}">
        <p14:creationId xmlns:p14="http://schemas.microsoft.com/office/powerpoint/2010/main" val="826015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119</TotalTime>
  <Words>342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Celestial</vt:lpstr>
      <vt:lpstr>               Technical Presentation                      ITA0604-MACHINE LEARNING   Guide:                                                         Presented by:                              Dr.K.Vivek Balaji                                  P.SreeVaishnavi(192412219)                                                                                                                            </vt:lpstr>
      <vt:lpstr>Question 1:Performance Analysis and Merit of the System</vt:lpstr>
      <vt:lpstr>Performance Metrics</vt:lpstr>
      <vt:lpstr>Performance Visualization</vt:lpstr>
      <vt:lpstr>Merit of the Proposed System Advantages</vt:lpstr>
      <vt:lpstr>Question 2:Future Scope and Publication Potential</vt:lpstr>
      <vt:lpstr>Advanced Technologies</vt:lpstr>
      <vt:lpstr>Publication Potential</vt:lpstr>
      <vt:lpstr>Benefits</vt:lpstr>
      <vt:lpstr>Question 3:Learning Problems and Perspectives</vt:lpstr>
      <vt:lpstr>Learning Perspectives</vt:lpstr>
      <vt:lpstr>Challenges</vt:lpstr>
      <vt:lpstr>Impact on Performance</vt:lpstr>
      <vt:lpstr> 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Naidu Bhargavi Deendhayal</dc:creator>
  <cp:lastModifiedBy>vyshu8613@gmail.com</cp:lastModifiedBy>
  <cp:revision>1</cp:revision>
  <dcterms:created xsi:type="dcterms:W3CDTF">2026-07-23T14:33:03Z</dcterms:created>
  <dcterms:modified xsi:type="dcterms:W3CDTF">2026-08-01T14:35:02Z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